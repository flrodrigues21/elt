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FTP / DATASUS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arquivos .dbc do FTP do DATASUS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FTP datasus.gov.br -&gt; download .dbc -&gt; converte .dbf -&gt; DataFrame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src/extractors/ftp.py  -  Extrator FTPDatasusExtractor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Paralelismo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Download paralelo por UF com ThreadPoolExecutor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Cada UF gera um DataFrame que e concatenado no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 (coluna config)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Opcional (tem defaults)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ftp_host  -  Host do FTP (default: ftp.datasus.gov.br)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ftp_base  -  Caminho base (default: dissemin/publicos/CNES/200508_/Dados)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theme  -  Tema/SIGLA (ex.: ST, CNES, SIH)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ano_mes  -  Periodo (ex.: 2604 = abril/2026)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ufs  -  Lista de UFs (default: todas)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max_workers  -  Threads paralelas (default: 5)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encoding  -  Encoding dos arquivos (default: latin-1)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'FTP', 'bronze', 'cnes',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'cnes', 'estabelecimento',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2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"theme": "ST",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"ano_mes": "2604",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"ufs": ["PE", "BA", "CE"],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"max_workers": 5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
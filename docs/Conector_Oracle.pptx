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dados de bancos Oracle para a camada 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Airflow Connection (conn_id) -&gt; OracleConnector -&gt; OracleExtractor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src/connectors/oracle_connector.py  -  Conector SQLAlchemy + oracledb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src/extractors/oracle.py  -  Extrator BaseExtractor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Driver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Requer oracledb (ou cx_Oracle) instalado no Airflow: pip install oracledb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 config (JSONB) - apenas o connection_airflow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{"connection_airflow": "sisus_oracle"}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Colunas da schedule (campos diretos)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schema_source  -  Schema (owner) da tabela no Oracle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table_source  -  Nome da tabela no Oracle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query_source  -  Query SQL customizada (Oracle syntax)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Connection no Airflow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Conn Type: oracle | Schema: service_name | Port: 1521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schema_source, table_source,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'ORACLE', 'bronze', 'sisus',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'SISUS', 'TB_PACIENTE',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'sisus', 'tb_paciente',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3 * * *',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'{"connection_airflow": "sisus_oracle"}'::jsonb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Tratamento de Erros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ORA-01843 / ORA-01861 (formato de data)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Extrator refaz a query com casts automaticos para text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connection_airflow ausente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Erro antes da extracao, registro marcado como erro na controle_execucao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Tabela inexistente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Erro propagado do Oracle, registrado na controle_execucao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
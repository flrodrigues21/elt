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arquivos .parquet do 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MinIO (S3 compativel) -&gt; download .parquet -&gt; DataFrame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src/extractors/minio.py  -  Extrator MinioExtractor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src/connectors/minio_connector.py  -  Conector MinIO (upload/download)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 (coluna config)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Opcional (tem defaults via env vars)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endpoint  -  Host:porta do MinIO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access_key  -  Chave de acesso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secret_key  -  Chave secreta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secure  -  true/false (default: false)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bucket  -  Nome do bucket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object_name  -  Caminho do objeto no bucket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Alternativa: coluna url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 -  Caminho do objeto (se object_name nao informado)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'MINIO', 'bronze', 'cnes',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'cnes', 'estabelecimento',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5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"endpoint": "minio.example.com:9000",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"bucket": "cnes-bronze",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"object_name": "st/2604/data.parquet",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"secure": false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
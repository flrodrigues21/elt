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Conector PostgreSQL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Extracao de dados de bancos PostgreSQL para a camada Bronze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Fluxo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Airflow Connection (conn_id) -&gt; PostgresConnector -&gt; PostgresExtractor -&gt; bronze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Arquivos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src/connectors/postgres_connector.py  -  Conector SQLAlchemy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src/extractors/postgres.py  -  Extrator BaseExtractor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Fallback automatico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Se a query falhar com ano fora do range, refaz com todos os cast ::text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Configuracao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Coluna config (JSONB)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{"connection_airflow": "caju"}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Colunas da schedule (campos diretos)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schema_source  -  Schema da tabela (default: public)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table_source  -  Nome da tabela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query_source  -  Query SQL customizada (PostgreSQL syntax)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Connection no Airflow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Conn Type: postgres | Schema: database | Port: 5432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Exemplo: INSERT na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INSERT INTO global.schedule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type_source, layer, projeto, ordem, ativo,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schema_source, table_source,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schema_destiny, table_destiny,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strategy_destiny, schedule_cron, config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 VALUES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'POSTGRE', 'bronze', 'cnes', 1, true,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'public', 'estabelecimento',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'cnes', 'estabelecimento',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'truncate', '0 4 * * *',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'{"connection_airflow": "caju"}'::jsonb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
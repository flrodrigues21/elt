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Conector XLSX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Extracao de planilhas Excel (.xlsx) locais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Fluxo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Arquivo local .xlsx -&gt; openpyxl -&gt; DataFrame -&gt; bronze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Arquivos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src/extractors/xlsx.py  -  Extrator XlsxExtractor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Observacao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O arquivo deve existir no filesystem do worker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Configuracao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Coluna config (JSONB)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{"file_path": "/caminho/para/arquivo.xlsx"}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Colunas da schedule (alternativa)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url  -  Caminho do arquivo (se file_path nao informado no config)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table_source  -  Nome da aba (worksheet)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header_row_source  -  Numero da linha do cabecalho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Exemplo: INSERT na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INSERT INTO global.schedule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type_source, layer, projeto, ordem, ativo,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table_source, header_row_source,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schema_destiny, table_destiny,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url, strategy_destiny, schedule_cron, config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 VALUES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'XLSX', 'bronze', 'meu_projeto', 1, true,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'Planilha1', 1,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'meu_projeto', 'dados_excel',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'/data/entrada/relatorio.xlsx',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'truncate', '0 6 * * *',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'{"file_path": "/data/entrada/relatorio.xlsx"}'::jsonb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
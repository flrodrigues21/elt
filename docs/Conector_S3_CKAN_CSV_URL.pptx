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Conector S3 / CKAN / CSV_URL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66666"/>
                </a:solidFill>
              </a:defRPr>
            </a:pPr>
            <a:r>
              <a:t>Extracao de arquivos CSV/Parquet de URLs publicas ou S3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Como Funciona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Fluxo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(HTTP/S3) -&gt; download -&gt; parse CSV/Parquet -&gt; DataFrame -&gt; bronze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Arquivos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src/extractors/s3.py  -  Extrator S3Extractor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Formatos suportados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CSV (com ou sem zip), Parquet, CSV delimitado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Um unico extrator serve para S3, CKAN e CSV_URL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Configuracao (coluna config)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Opcional (tem defaults)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delimiter  -  Delimitador CSV (default: ;)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encoding  -  Encoding do arquivo (default: latin-1)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compression  -  zip ou null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header_row  -  Numero da linha do cabecalho (default: 0)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</a:p>
          <a:p>
            <a:pPr>
              <a:spcBef>
                <a:spcPts val="1200"/>
              </a:spcBef>
              <a:spcAft>
                <a:spcPts val="400"/>
              </a:spcAft>
              <a:defRPr sz="1600" b="1">
                <a:solidFill>
                  <a:srgbClr val="1F497D"/>
                </a:solidFill>
              </a:defRPr>
            </a:pPr>
            <a:r>
              <a:t>Coluna url (obrigatoria)</a:t>
            </a:r>
          </a:p>
          <a:p>
            <a:pPr>
              <a:spcAft>
                <a:spcPts val="400"/>
              </a:spcAft>
              <a:defRPr sz="1200">
                <a:solidFill>
                  <a:srgbClr val="333333"/>
                </a:solidFill>
              </a:defRPr>
            </a:pPr>
            <a:r>
              <a:t>url  -  URL do arquivo para download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497D"/>
                </a:solidFill>
              </a:defRPr>
            </a:pPr>
            <a:r>
              <a:t>Exemplo: INSERT na Schedule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737360"/>
            <a:ext cx="10058400" cy="4114800"/>
          </a:xfrm>
          <a:prstGeom prst="rect">
            <a:avLst/>
          </a:prstGeom>
          <a:solidFill>
            <a:srgbClr val="2D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INSERT INTO global.schedule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type_source, layer, projeto, ordem, ativo,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schema_destiny, table_destiny,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url, strategy_destiny, schedule_cron, config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 VALUES (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'CSV_URL', 'bronze', 'dados_abertos', 1, true,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'dados_abertos', 'estabelecimentos',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'https://dados.gov.br/dados/conjuntos-dados/XXX.csv',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'truncate', '0 4 * * 1',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    '{"delimiter": ";", "encoding": "latin-1"}'::jsonb</a:t>
            </a:r>
          </a:p>
          <a:p>
            <a:pPr>
              <a:spcAft>
                <a:spcPts val="100"/>
              </a:spcAft>
              <a:defRPr sz="1000">
                <a:solidFill>
                  <a:srgbClr val="D4D4D4"/>
                </a:solidFill>
                <a:latin typeface="Consolas"/>
              </a:defRPr>
            </a:pPr>
            <a:r>
              <a:t>);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66666"/>
                </a:solidFill>
              </a:defRPr>
            </a:pPr>
            <a:r>
              <a:t>Framework ELT - Generic ELT Pipeline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
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Conector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Extracao de dados via API REST para a camada Bronze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Fluxo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Airflow Connection (conn_id) -&gt; requests -&gt; ApiExtractor -&gt; bronze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Arquivos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src/extractors/api.py  -  Extrator BaseExtractor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Autenticacao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A Connection do Airflow fornece login/password para Basic Auth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A URL base e montada a partir de base_url + endpoint no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Configuracao (coluna config)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Obrigatorio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connection_airflow  -  ID da Connection no Airflow (contem login/senha)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Opcional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base_url  -  URL base da API (ex.: https://api.example.com/v1)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endpoint  -  Endpoint (ex.: /pacientes)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method  -  GET, POST, PUT, DELETE (default: GET)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headers  -  Headers adicionais (JSON)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params  -  Query parameters (JSON)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body  -  Corpo da requisicao (JSON, para POST/PUT)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Exemplo: INSERT na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INSERT INTO global.schedule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type_source, layer, projeto, ordem, ativo,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schema_destiny, table_destiny,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strategy_destiny, schedule_cron, config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 VALUES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'API', 'bronze', 'meu_projeto', 1, true,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'meu_projeto', 'dados_api',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'truncate', '0 6 * * *',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'{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"connection_airflow": "minha_api",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"base_url": "https://api.example.com/v1",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"endpoint": "/pacientes",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"method": "GET",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    "params": {"uf": "PE", "ano": "2025"}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}'::jsonb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Tratamento de Erros HTTP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401 - Autenticacao falhou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Verifique login/senha na Connection do Airflow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403 - Acesso negado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Verifique permissoes do usuario na API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404 - Recurso nao encontrado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Verifique base_url e endpoint no config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5xx - Erro no servidor remoto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Erro propagado, registrado na controle_execucao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Respostas suportadas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JSON (list/dict), CSV, arquivo (attachment), conteudo binario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
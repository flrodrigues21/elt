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Conector Google Sheets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Extracao de planilhas Google Sheets para a camada Bronze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Como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Fluxo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URL da planilha -&gt; gspread API -&gt; GoogleSheetsExtractor -&gt; bronze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Arquivos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src/extractors/google_sheets.py  -  Extrator BaseExtractor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Autenticacao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Via Airflow Connection (conn_id) ou arquivo credentials.json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Suporta planilhas nativas e arquivos .xlsx no Google Drive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Configuracao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Coluna config (JSONB) - opcional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{"connection_airflow": "google_sheets"}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Se vazio, usa o arquivo credentials.json local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Colunas da schedule (campos diretos)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url  -  URL da planilha Google Sheets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table_source  -  Nome da aba (worksheet)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header_row_source  -  Numero da linha do cabecalho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columns_source  -  Colunas esperadas (separadas por virgula)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Exemplo: INSERT na Schedule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737360"/>
            <a:ext cx="10058400" cy="4114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INSERT INTO global.schedule (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type_source, layer, projeto, ordem, ativo,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table_source, header_row_source,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schema_destiny, table_destiny,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url, strategy_destiny, schedule_cron, config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) VALUES (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'GOOGLE_SHEETS', 'bronze', 'mais_medicos', 1, true,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'PERCURSO_PROFISSIONAL', 2,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'mais_medicos', 'percurso_profissional',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'https://docs.google.com/spreadsheets/d/XXX/edit',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'truncate', '0 4 * * *',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'{"connection_airflow": "google_sheets"}'::jsonb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